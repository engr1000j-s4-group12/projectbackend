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Flow Lab 网页端使用说明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实际页面截图与红色箭头讲解</a:t>
            </a:r>
            <a:br/>
            <a:br/>
            <a:r>
              <a:rPr/>
              <a:t>Group 12 Backend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2026-07-14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low_lab_walkthrough/annotated_01_over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low_lab_walkthrough/annotated_02_inpu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low_lab_walkthrough/annotated_03_ac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low_lab_walkthrough/annotated_04_modules_j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low_lab_walkthrough/annotated_05_log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Lab 网页端使用说明</dc:title>
  <dc:creator>Group 12 Backend</dc:creator>
  <cp:keywords/>
  <dcterms:created xsi:type="dcterms:W3CDTF">2026-07-14T13:53:46Z</dcterms:created>
  <dcterms:modified xsi:type="dcterms:W3CDTF">2026-07-14T13:53:46Z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2026-07-14</vt:lpwstr>
  </property>
  <property fmtid="{D5CDD505-2E9C-101B-9397-08002B2CF9AE}" pid="3" name="subtitle">
    <vt:lpwstr>实际页面截图与红色箭头讲解</vt:lpwstr>
  </property>
</Properties>
</file>